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200" b="1" spc="0">
                <a:solidFill>
                  <a:srgbClr val="0C2238"/>
                </a:solidFill>
                <a:latin typeface="Aptos"/>
              </a:rPr>
              <a:t>EcoBin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1800" b="0" spc="0">
                <a:solidFill>
                  <a:srgbClr val="0C2238"/>
                </a:solidFill>
                <a:latin typeface="Aptos"/>
              </a:rPr>
              <a:t>A meaningful body paragraph for an investor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C2238"/>
                </a:solidFill>
              </a:rP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9224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C2238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pSp>
        <p:nvGrpSpPr>
          <p:cNvPr id="7" name="Group 6"/>
          <p:cNvGrpSpPr/>
          <p:nvPr/>
        </p:nvGrpSpPr>
        <p:grpSpPr>
          <a:xfrm>
            <a:off x="914400" y="4754880"/>
            <a:ext cx="4572000" cy="548640"/>
            <a:chOff x="914400" y="4754880"/>
            <a:chExt cx="4572000" cy="548640"/>
          </a:xfrm>
        </p:grpSpPr>
        <p:sp>
          <p:nvSpPr>
            <p:cNvPr id="8" name="TextBox 7"/>
            <p:cNvSpPr txBox="1"/>
            <p:nvPr/>
          </p:nvSpPr>
          <p:spPr>
            <a:xfrm>
              <a:off x="914400" y="4754880"/>
              <a:ext cx="4572000" cy="54864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l">
                <a:lnSpc>
                  <a:spcPct val="108000"/>
                </a:lnSpc>
                <a:buChar char="•"/>
              </a:pPr>
              <a:r>
                <a:rPr sz="1800" b="0" spc="0">
                  <a:solidFill>
                    <a:srgbClr val="0C2238"/>
                  </a:solidFill>
                  <a:latin typeface="Aptos"/>
                </a:rPr>
                <a:t>Grouped Canva callout text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