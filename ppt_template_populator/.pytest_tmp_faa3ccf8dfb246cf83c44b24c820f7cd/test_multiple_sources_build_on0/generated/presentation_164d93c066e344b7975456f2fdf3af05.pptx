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Original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Original 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400" b="1" spc="0">
                <a:solidFill>
                  <a:srgbClr val="183550"/>
                </a:solidFill>
                <a:latin typeface="Aptos"/>
              </a:rPr>
              <a:t>problem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>
            <a:noAutofit/>
          </a:bodyPr>
          <a:lstStyle/>
          <a:p>
            <a:pPr>
              <a:lnSpc>
                <a:spcPct val="108000"/>
              </a:lnSpc>
            </a:pPr>
            <a:r>
              <a:rPr sz="2400" b="1" spc="0">
                <a:solidFill>
                  <a:srgbClr val="183550"/>
                </a:solidFill>
                <a:latin typeface="Aptos"/>
              </a:rPr>
              <a:t>Evidence identifies a practical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400" b="1" spc="0">
                <a:solidFill>
                  <a:srgbClr val="183550"/>
                </a:solidFill>
                <a:latin typeface="Aptos"/>
              </a:rPr>
              <a:t>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771900"/>
            <a:ext cx="7680960" cy="2674620"/>
          </a:xfrm>
          <a:prstGeom prst="rect">
            <a:avLst/>
          </a:prstGeom>
          <a:noFill/>
        </p:spPr>
        <p:txBody>
          <a:bodyPr wrap="square" lIns="109728" rIns="109728" tIns="82296" bIns="82296">
            <a:noAutofit/>
          </a:bodyPr>
          <a:lstStyle/>
          <a:p>
            <a:pPr algn="l">
              <a:lnSpc>
                <a:spcPct val="108000"/>
              </a:lnSpc>
              <a:buChar char="•"/>
            </a:pPr>
            <a:r>
              <a:rPr sz="2000" b="0" spc="0">
                <a:solidFill>
                  <a:srgbClr val="183550"/>
                </a:solidFill>
                <a:latin typeface="Aptos"/>
              </a:rPr>
              <a:t>Evidence supports practical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400" b="1" spc="0">
                <a:solidFill>
                  <a:srgbClr val="183550"/>
                </a:solidFill>
                <a:latin typeface="Aptos"/>
              </a:rPr>
              <a:t>Problem Statement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771900"/>
            <a:ext cx="7680960" cy="2674620"/>
          </a:xfrm>
          <a:prstGeom prst="rect">
            <a:avLst/>
          </a:prstGeom>
          <a:noFill/>
        </p:spPr>
        <p:txBody>
          <a:bodyPr wrap="square" lIns="109728" rIns="109728" tIns="82296" bIns="82296">
            <a:noAutofit/>
          </a:bodyPr>
          <a:lstStyle/>
          <a:p>
            <a:pPr algn="l">
              <a:lnSpc>
                <a:spcPct val="108000"/>
              </a:lnSpc>
              <a:buChar char="•"/>
            </a:pPr>
            <a:r>
              <a:rPr sz="2000" b="0" spc="0">
                <a:solidFill>
                  <a:srgbClr val="183550"/>
                </a:solidFill>
                <a:latin typeface="Aptos"/>
              </a:rPr>
              <a:t>Evidence supports practical decisions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400" b="1" spc="0">
                <a:solidFill>
                  <a:srgbClr val="183550"/>
                </a:solidFill>
                <a:latin typeface="Aptos"/>
              </a:rPr>
              <a:t>Objectives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771900"/>
            <a:ext cx="7680960" cy="2674620"/>
          </a:xfrm>
          <a:prstGeom prst="rect">
            <a:avLst/>
          </a:prstGeom>
          <a:noFill/>
        </p:spPr>
        <p:txBody>
          <a:bodyPr wrap="square" lIns="109728" rIns="109728" tIns="82296" bIns="82296">
            <a:noAutofit/>
          </a:bodyPr>
          <a:lstStyle/>
          <a:p>
            <a:pPr algn="l">
              <a:lnSpc>
                <a:spcPct val="108000"/>
              </a:lnSpc>
              <a:buChar char="•"/>
            </a:pPr>
            <a:r>
              <a:rPr sz="2000" b="0" spc="0">
                <a:solidFill>
                  <a:srgbClr val="183550"/>
                </a:solidFill>
                <a:latin typeface="Aptos"/>
              </a:rPr>
              <a:t>Evidence supports practical decisions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400" b="1" spc="0">
                <a:solidFill>
                  <a:srgbClr val="183550"/>
                </a:solidFill>
                <a:latin typeface="Aptos"/>
              </a:rPr>
              <a:t>Proposed Solution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771900"/>
            <a:ext cx="7680960" cy="2674620"/>
          </a:xfrm>
          <a:prstGeom prst="rect">
            <a:avLst/>
          </a:prstGeom>
          <a:noFill/>
        </p:spPr>
        <p:txBody>
          <a:bodyPr wrap="square" lIns="109728" rIns="109728" tIns="82296" bIns="82296">
            <a:noAutofit/>
          </a:bodyPr>
          <a:lstStyle/>
          <a:p>
            <a:pPr algn="l">
              <a:lnSpc>
                <a:spcPct val="108000"/>
              </a:lnSpc>
              <a:buChar char="•"/>
            </a:pPr>
            <a:r>
              <a:rPr sz="2000" b="0" spc="0">
                <a:solidFill>
                  <a:srgbClr val="183550"/>
                </a:solidFill>
                <a:latin typeface="Aptos"/>
              </a:rPr>
              <a:t>Evidence supports practical decisions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400" b="1" spc="0">
                <a:solidFill>
                  <a:srgbClr val="183550"/>
                </a:solidFill>
                <a:latin typeface="Aptos"/>
              </a:rPr>
              <a:t>Methodology / Workflow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771900"/>
            <a:ext cx="7680960" cy="2674620"/>
          </a:xfrm>
          <a:prstGeom prst="rect">
            <a:avLst/>
          </a:prstGeom>
          <a:noFill/>
        </p:spPr>
        <p:txBody>
          <a:bodyPr wrap="square" lIns="109728" rIns="109728" tIns="82296" bIns="82296">
            <a:noAutofit/>
          </a:bodyPr>
          <a:lstStyle/>
          <a:p>
            <a:pPr algn="l">
              <a:lnSpc>
                <a:spcPct val="108000"/>
              </a:lnSpc>
              <a:buChar char="•"/>
            </a:pPr>
            <a:r>
              <a:rPr sz="2000" b="0" spc="0">
                <a:solidFill>
                  <a:srgbClr val="183550"/>
                </a:solidFill>
                <a:latin typeface="Aptos"/>
              </a:rPr>
              <a:t>Evidence supports practical decisions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400" b="1" spc="0">
                <a:solidFill>
                  <a:srgbClr val="183550"/>
                </a:solidFill>
                <a:latin typeface="Aptos"/>
              </a:rPr>
              <a:t>Example /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771900"/>
            <a:ext cx="7680960" cy="2674620"/>
          </a:xfrm>
          <a:prstGeom prst="rect">
            <a:avLst/>
          </a:prstGeom>
          <a:noFill/>
        </p:spPr>
        <p:txBody>
          <a:bodyPr wrap="square" lIns="109728" rIns="109728" tIns="82296" bIns="82296">
            <a:noAutofit/>
          </a:bodyPr>
          <a:lstStyle/>
          <a:p>
            <a:pPr algn="l">
              <a:lnSpc>
                <a:spcPct val="108000"/>
              </a:lnSpc>
              <a:buChar char="•"/>
            </a:pPr>
            <a:r>
              <a:rPr sz="2000" b="0" spc="0">
                <a:solidFill>
                  <a:srgbClr val="183550"/>
                </a:solidFill>
                <a:latin typeface="Aptos"/>
              </a:rPr>
              <a:t>Evidence supports practical decisions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400" b="1" spc="0">
                <a:solidFill>
                  <a:srgbClr val="183550"/>
                </a:solidFill>
                <a:latin typeface="Aptos"/>
              </a:rPr>
              <a:t>Novelty / Key Findings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771900"/>
            <a:ext cx="7680960" cy="2674620"/>
          </a:xfrm>
          <a:prstGeom prst="rect">
            <a:avLst/>
          </a:prstGeom>
          <a:noFill/>
        </p:spPr>
        <p:txBody>
          <a:bodyPr wrap="square" lIns="109728" rIns="109728" tIns="82296" bIns="82296">
            <a:noAutofit/>
          </a:bodyPr>
          <a:lstStyle/>
          <a:p>
            <a:pPr algn="l">
              <a:lnSpc>
                <a:spcPct val="108000"/>
              </a:lnSpc>
              <a:buChar char="•"/>
            </a:pPr>
            <a:r>
              <a:rPr sz="2000" b="0" spc="0">
                <a:solidFill>
                  <a:srgbClr val="183550"/>
                </a:solidFill>
                <a:latin typeface="Aptos"/>
              </a:rPr>
              <a:t>Evidence supports practical decisions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400" b="1" spc="0">
                <a:solidFill>
                  <a:srgbClr val="183550"/>
                </a:solidFill>
                <a:latin typeface="Aptos"/>
              </a:rPr>
              <a:t>Conclusion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771900"/>
            <a:ext cx="7680960" cy="2674620"/>
          </a:xfrm>
          <a:prstGeom prst="rect">
            <a:avLst/>
          </a:prstGeom>
          <a:noFill/>
        </p:spPr>
        <p:txBody>
          <a:bodyPr wrap="square" lIns="109728" rIns="109728" tIns="82296" bIns="82296">
            <a:noAutofit/>
          </a:bodyPr>
          <a:lstStyle/>
          <a:p>
            <a:pPr algn="l">
              <a:lnSpc>
                <a:spcPct val="108000"/>
              </a:lnSpc>
              <a:buChar char="•"/>
            </a:pPr>
            <a:r>
              <a:rPr sz="2000" b="0" spc="0">
                <a:solidFill>
                  <a:srgbClr val="183550"/>
                </a:solidFill>
                <a:latin typeface="Aptos"/>
              </a:rPr>
              <a:t>Evidence supports practical decisions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400" b="1" spc="0">
                <a:solidFill>
                  <a:srgbClr val="183550"/>
                </a:solidFill>
                <a:latin typeface="Aptos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