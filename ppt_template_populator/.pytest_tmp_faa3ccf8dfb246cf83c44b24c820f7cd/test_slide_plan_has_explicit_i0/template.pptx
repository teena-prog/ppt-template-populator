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3152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Set the context with 3-5 concise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46304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 supporting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BRAND LEGAL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