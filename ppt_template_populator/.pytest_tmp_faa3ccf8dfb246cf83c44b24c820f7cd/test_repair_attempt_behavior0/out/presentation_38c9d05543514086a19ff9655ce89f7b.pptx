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Content 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08000"/>
              </a:lnSpc>
            </a:pPr>
            <a:r>
              <a:rPr sz="2160" b="1" spc="0">
                <a:solidFill>
                  <a:srgbClr val="183550"/>
                </a:solidFill>
                <a:latin typeface="Aptos"/>
              </a:rPr>
              <a:t>Content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