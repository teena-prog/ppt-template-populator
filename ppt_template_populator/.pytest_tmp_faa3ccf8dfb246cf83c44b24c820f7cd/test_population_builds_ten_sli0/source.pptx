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Sample Company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Lorem ipsum sample text</a:t>
            </a:r>
          </a:p>
        </p:txBody>
      </p:sp>
      <p:pic>
        <p:nvPicPr>
          <p:cNvPr id="4" name="Brand Logo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91440"/>
            <a:ext cx="228600" cy="228600"/>
          </a:xfrm>
          <a:prstGeom prst="rect">
            <a:avLst/>
          </a:prstGeom>
        </p:spPr>
      </p:pic>
      <p:pic>
        <p:nvPicPr>
          <p:cNvPr id="5" name="Stock Photo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1828800"/>
            <a:ext cx="1371600" cy="10972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