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Lorem ipsum sample text</a:t>
            </a:r>
          </a:p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  <p:pic>
        <p:nvPicPr>
          <p:cNvPr id="5" name="Stock 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13716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0" spc="0">
                <a:solidFill>
                  <a:srgbClr val="183550"/>
                </a:solidFill>
                <a:latin typeface="Aptos"/>
              </a:rPr>
              <a:t>New body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0" spc="0">
                <a:solidFill>
                  <a:srgbClr val="183550"/>
                </a:solidFill>
                <a:latin typeface="Aptos"/>
              </a:rPr>
              <a:t>New body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0" spc="0">
                <a:solidFill>
                  <a:srgbClr val="183550"/>
                </a:solidFill>
                <a:latin typeface="Aptos"/>
              </a:rPr>
              <a:t>New body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0" spc="0">
                <a:solidFill>
                  <a:srgbClr val="183550"/>
                </a:solidFill>
                <a:latin typeface="Aptos"/>
              </a:rPr>
              <a:t>New body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0" spc="0">
                <a:solidFill>
                  <a:srgbClr val="183550"/>
                </a:solidFill>
                <a:latin typeface="Aptos"/>
              </a:rPr>
              <a:t>New body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0" spc="0">
                <a:solidFill>
                  <a:srgbClr val="183550"/>
                </a:solidFill>
                <a:latin typeface="Aptos"/>
              </a:rPr>
              <a:t>New body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0" spc="0">
                <a:solidFill>
                  <a:srgbClr val="183550"/>
                </a:solidFill>
                <a:latin typeface="Aptos"/>
              </a:rPr>
              <a:t>New body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71900"/>
            <a:ext cx="7680960" cy="2674620"/>
          </a:xfrm>
          <a:prstGeom prst="rect">
            <a:avLst/>
          </a:prstGeom>
          <a:noFill/>
        </p:spPr>
        <p:txBody>
          <a:bodyPr wrap="square" lIns="109728" rIns="109728" tIns="82296" bIns="82296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0" spc="0">
                <a:solidFill>
                  <a:srgbClr val="183550"/>
                </a:solidFill>
                <a:latin typeface="Aptos"/>
              </a:rPr>
              <a:t>New body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New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