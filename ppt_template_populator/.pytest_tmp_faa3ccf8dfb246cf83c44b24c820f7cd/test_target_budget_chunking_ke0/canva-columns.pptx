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/>
              <a:t>Unique slide 1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Optional caption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5486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Cloudlet 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/>
              <a:t>Unique slide 2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Optional caption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5486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Cloudlet Tech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/>
              <a:t>Unique slide 3 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First substantial column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Second substantial column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Optional caption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486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Cloudlet Tech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/>
              <a:t>Unique slide 4 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182880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First substantial metrics column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182880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Second substantial metrics column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82880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Third substantial metrics column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4864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Optional caption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486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Cloudlet 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