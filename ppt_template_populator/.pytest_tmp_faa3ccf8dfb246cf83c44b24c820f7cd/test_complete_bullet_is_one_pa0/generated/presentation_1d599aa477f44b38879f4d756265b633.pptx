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000" b="1" spc="0">
                <a:solidFill>
                  <a:srgbClr val="183550"/>
                </a:solidFill>
                <a:latin typeface="Aptos"/>
              </a:rPr>
              <a:t>Complete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8580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83550"/>
                </a:solidFill>
                <a:latin typeface="Aptos"/>
              </a:rPr>
              <a:t>One complete sentence remains inside one PowerPoint bullet paragraph.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0"/>
            <a:ext cx="2743200" cy="914400"/>
          </a:xfrm>
          <a:prstGeom prst="rect">
            <a:avLst/>
          </a:prstGeom>
          <a:solid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0" y="24688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/>
              </a:rPr>
              <a:t>BRAND LEGAL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