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858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Replace with body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2743200" cy="914400"/>
          </a:xfrm>
          <a:prstGeom prst="rect">
            <a:avLst/>
          </a:prstGeom>
          <a:solidFill/>
        </p:spPr>
        <p:txBody>
          <a:bodyPr wrap="none">
            <a:spAutoFit/>
          </a:bodyPr>
          <a:lstStyle/>
          <a:p>
            <a:r>
              <a:t>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468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Replace with relevant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BRAND LEGAL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