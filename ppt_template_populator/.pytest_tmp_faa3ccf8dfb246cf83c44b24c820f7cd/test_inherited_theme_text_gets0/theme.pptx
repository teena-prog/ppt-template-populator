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solidFill>
            <a:srgbClr val="050F19"/>
          </a:solidFill>
        </p:spPr>
        <p:txBody>
          <a:bodyPr wrap="none">
            <a:spAutoFit/>
          </a:bodyPr>
          <a:lstStyle/>
          <a:p>
            <a:r>
              <a:rPr sz="2000">
                <a:solidFill>
                  <a:schemeClr val="tx1"/>
                </a:solidFill>
              </a:rPr>
              <a:t>Theme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