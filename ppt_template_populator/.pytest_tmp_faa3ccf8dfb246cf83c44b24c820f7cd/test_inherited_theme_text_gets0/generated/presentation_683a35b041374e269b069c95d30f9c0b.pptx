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050F19"/>
          </a:solidFill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FFFFFF"/>
                </a:solidFill>
                <a:latin typeface="Aptos"/>
              </a:rPr>
              <a:t>Readable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