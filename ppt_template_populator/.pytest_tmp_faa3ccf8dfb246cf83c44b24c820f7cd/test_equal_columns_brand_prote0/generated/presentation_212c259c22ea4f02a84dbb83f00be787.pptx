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000" b="1" spc="0">
                <a:solidFill>
                  <a:srgbClr val="183550"/>
                </a:solidFill>
                <a:latin typeface="Aptos"/>
              </a:rPr>
              <a:t>Generated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/>
              </a:rPr>
              <a:t>Optional caption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/>
              </a:rPr>
              <a:t>Cloudlet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000" b="1" spc="0">
                <a:solidFill>
                  <a:srgbClr val="183550"/>
                </a:solidFill>
                <a:latin typeface="Aptos"/>
              </a:rPr>
              <a:t>Generated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/>
              </a:rPr>
              <a:t>Optional caption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/>
              </a:rPr>
              <a:t>Cloudlet 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000" b="1" spc="0">
                <a:solidFill>
                  <a:srgbClr val="183550"/>
                </a:solidFill>
                <a:latin typeface="Aptos"/>
              </a:rPr>
              <a:t>Generated 2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365760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600" b="0" spc="0">
                <a:solidFill>
                  <a:srgbClr val="183550"/>
                </a:solidFill>
                <a:latin typeface="Aptos"/>
              </a:rPr>
              <a:t>Recovered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65760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600" b="0" spc="0">
                <a:solidFill>
                  <a:srgbClr val="183550"/>
                </a:solidFill>
                <a:latin typeface="Aptos"/>
              </a:rPr>
              <a:t>Generated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/>
              </a:rPr>
              <a:t>Optional caption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/>
              </a:rPr>
              <a:t>Cloudlet 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000" b="1" spc="0">
                <a:solidFill>
                  <a:srgbClr val="183550"/>
                </a:solidFill>
                <a:latin typeface="Aptos"/>
              </a:rPr>
              <a:t>Generated 2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828800"/>
            <a:ext cx="256032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600" b="0" spc="0">
                <a:solidFill>
                  <a:srgbClr val="183550"/>
                </a:solidFill>
                <a:latin typeface="Aptos"/>
              </a:rPr>
              <a:t>Recovered 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828800"/>
            <a:ext cx="256032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600" b="0" spc="0">
                <a:solidFill>
                  <a:srgbClr val="183550"/>
                </a:solidFill>
                <a:latin typeface="Aptos"/>
              </a:rPr>
              <a:t>Generated 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28800"/>
            <a:ext cx="256032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600" b="0" spc="0">
                <a:solidFill>
                  <a:srgbClr val="183550"/>
                </a:solidFill>
                <a:latin typeface="Aptos"/>
              </a:rPr>
              <a:t>Generated 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/>
              </a:rPr>
              <a:t>Optional caption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/>
              </a:rPr>
              <a:t>Cloudlet 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