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Original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Original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Manual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08000"/>
              </a:lnSpc>
            </a:pPr>
            <a:r>
              <a:rPr sz="2400" b="1" spc="0">
                <a:solidFill>
                  <a:srgbClr val="183550"/>
                </a:solidFill>
                <a:latin typeface="Aptos"/>
              </a:rPr>
              <a:t>Facts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establish the central context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clarify the relevant evidence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support the practical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Problem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establish the central context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clarify the relevant evidence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support the practical conclusion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Research Gap / Topic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establish the central context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clarify the relevant evidence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support the practical 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establish the central context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clarify the relevant evidence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support the practical conclusion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Dataset / Input Information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establish the central context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clarify the relevant evidence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support the practical conclusion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Processing / Methodology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establish the central context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clarify the relevant evidence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support the practical 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Proposed Solution /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establish the central context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clarify the relevant evidence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support the practical conclusion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Analysis /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establish the central context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clarify the relevant evidence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support the practical conclusion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Results / Key Findings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establish the central context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clarify the relevant evidence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support the practical conclusion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Quality / Limitations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establish the central context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clarify the relevant evidence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support the practical conclusion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Contribution / Novelty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establish the central context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clarify the relevant evidence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support the practical conclusion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establish the central context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clarify the relevant evidence</a:t>
            </a:r>
          </a:p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Facts support the practical conclusion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