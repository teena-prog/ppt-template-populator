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Sample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Describe the supporting evidence in 3-5 bullets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an optional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Example 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