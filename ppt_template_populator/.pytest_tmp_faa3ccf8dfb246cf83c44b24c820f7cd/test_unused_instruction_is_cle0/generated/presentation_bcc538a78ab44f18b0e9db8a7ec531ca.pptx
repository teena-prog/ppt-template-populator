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000" b="1" spc="0">
                <a:solidFill>
                  <a:srgbClr val="183550"/>
                </a:solidFill>
                <a:latin typeface="Aptos"/>
              </a:rPr>
              <a:t>Evidence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31520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1800" b="0" spc="0">
                <a:solidFill>
                  <a:srgbClr val="183550"/>
                </a:solidFill>
                <a:latin typeface="Aptos"/>
              </a:rPr>
              <a:t>Evidence supports practical operational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0" y="6217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/>
              </a:rPr>
              <a:t>Example Corp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