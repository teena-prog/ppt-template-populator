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Original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Original subtitle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Pitch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>
            <a:noAutofit/>
          </a:bodyPr>
          <a:lstStyle/>
          <a:p>
            <a:pPr>
              <a:lnSpc>
                <a:spcPct val="108000"/>
              </a:lnSpc>
            </a:pPr>
            <a:r>
              <a:rPr sz="2160" b="1" spc="0">
                <a:solidFill>
                  <a:srgbClr val="183550"/>
                </a:solidFill>
                <a:latin typeface="Aptos"/>
              </a:rPr>
              <a:t>Facts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>
            <a:noAutofit/>
          </a:bodyPr>
          <a:lstStyle/>
          <a:p>
            <a:pPr algn="ctr">
              <a:lnSpc>
                <a:spcPct val="108000"/>
              </a:lnSpc>
            </a:pPr>
            <a:r>
              <a:rPr sz="3400" b="1" spc="0">
                <a:solidFill>
                  <a:srgbClr val="183550"/>
                </a:solidFill>
                <a:latin typeface="Aptos"/>
              </a:rP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