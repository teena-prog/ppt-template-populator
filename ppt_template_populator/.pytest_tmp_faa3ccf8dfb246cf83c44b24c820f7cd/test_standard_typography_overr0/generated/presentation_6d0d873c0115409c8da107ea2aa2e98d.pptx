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Calibri"/>
              </a:rPr>
              <a:t>New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800" b="0" spc="0">
                <a:solidFill>
                  <a:srgbClr val="183550"/>
                </a:solidFill>
                <a:latin typeface="Aptos"/>
              </a:rPr>
              <a:t>New top bullet</a:t>
            </a:r>
          </a:p>
          <a:p>
            <a:pPr lvl="1" algn="l">
              <a:lnSpc>
                <a:spcPct val="108000"/>
              </a:lnSpc>
              <a:buChar char="•"/>
            </a:pPr>
            <a:r>
              <a:rPr sz="1620" b="0" spc="0">
                <a:solidFill>
                  <a:srgbClr val="183550"/>
                </a:solidFill>
                <a:latin typeface="Aptos"/>
              </a:rPr>
              <a:t>New sub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