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Calibri"/>
              </a:rPr>
              <a:t>Original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Original bullet</a:t>
            </a:r>
          </a:p>
          <a:p>
            <a:pPr lvl="1"/>
            <a:r>
              <a:rPr sz="2200"/>
              <a:t>Original sub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