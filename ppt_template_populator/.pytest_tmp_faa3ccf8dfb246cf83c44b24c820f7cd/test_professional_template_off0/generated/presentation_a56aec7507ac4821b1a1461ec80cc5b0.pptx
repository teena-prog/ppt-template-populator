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PROJECT TITLE</a:t>
            </a:r>
          </a:p>
          <a:p>
            <a:pPr>
              <a:defRPr sz="2200">
                <a:solidFill>
                  <a:srgbClr val="D8E7ED"/>
                </a:solidFill>
              </a:defRPr>
            </a:pPr>
            <a:r>
              <a:t>Professional Presentation Template</a:t>
            </a:r>
          </a:p>
          <a:p>
            <a:br/>
            <a:pPr>
              <a:defRPr sz="1500">
                <a:solidFill>
                  <a:srgbClr val="D8E7ED"/>
                </a:solidFill>
              </a:defRPr>
            </a:pPr>
            <a:r>
              <a:t>Presented by: Name 1 • Name 2 • Name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Quick roadmap of the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Introduction &amp; Background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Problem Statement &amp; Objectives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Methodology / Proposed Approach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Implementation / Results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Discussion, Conclusion &amp;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Introduction /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Set the context in 3–5 concise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What is the topic?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Why is it important?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Current scenario / context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Key motivation for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Clearly define the problem being addressed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Existing problem or gap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Who/what is affected?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Limitations of existing approaches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One clear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What the project intends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Primary aim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Objective 1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Objective 2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Objective 3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Expected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Literature Review / 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Summarize relevant previous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Study / Method 1 — key finding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Study / Method 2 — key finding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Study / Method 3 — key finding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Identified research/technical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Proposed Solution /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Explain your idea at a high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Core concept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How it addresses the identified gap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Key components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Expected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Methodology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Show the process visually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Input / Data Collection → Preprocessing → Method / Model → Evaluation → Output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Replace this text with a flowchart or pipeline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System Architecture /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Show components and their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Component 1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Component 2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Component 3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Component 4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Use a block diagram instead of dense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Dataset / Materials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Describe resources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Dataset / input source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Important features or parameters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Software / tools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Hardware / experimental setup, if applicable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Explain how the solution was developed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Key implementation steps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Algorithms / techniques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Important design decisions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Screenshots, code snippets, or architecture visuals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Results /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Present the most important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Result / metric 1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Result / metric 2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Result / metric 3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Use charts, tables, or screenshots; keep text minimal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Analysis /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Interpret what the results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What worked well?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Comparison with baseline / existing work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Important observations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Limitations or unexpected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Answer the problem statement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What was achieved?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Key takeaway 1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Key takeaway 2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Overall significance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Show realistic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Improvement 1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Extension / scalability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Additional data or experiments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Potential real-world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List credible sources consistently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Author, A. (Year). Title. Journal / Conference.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Author, B. (Year). Title. Publisher / Website.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Use one citation style consistently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Thank You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Close cleanly and invite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Thank you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Questions &amp; Discussion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t>• Contact: email@example.com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1920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4200" b="1">
                <a:solidFill>
                  <a:srgbClr val="FFFFFF"/>
                </a:solidFill>
              </a:defRPr>
            </a:pPr>
            <a:r>
              <a:rPr sz="2800" b="1" spc="0">
                <a:solidFill>
                  <a:srgbClr val="FFFFFF"/>
                </a:solidFill>
                <a:latin typeface="Aptos"/>
              </a:rPr>
              <a:t>Professional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2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2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2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2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2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3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3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3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3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3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Research Gap / Topic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4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4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4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4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4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solidFill/>
              </a:rPr>
              <a:t>What the project intends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5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5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5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5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5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Dataset / Input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6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6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6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6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6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Processing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solidFill/>
              </a:rPr>
              <a:t>Show the process visually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7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7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7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7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7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Proposed Solution /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8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8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8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8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8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Analysis /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solidFill/>
              </a:rPr>
              <a:t>Present the most important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9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9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9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9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9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Results /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solidFill/>
              </a:rPr>
              <a:t>Present the most important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10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10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10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10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10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Quality /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solidFill/>
              </a:rPr>
              <a:t>Show components and their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11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11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11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11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11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Contribution /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12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12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12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12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12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solidFill/>
              </a:rPr>
              <a:t>Answer the problem statement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13 point 1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13 point 2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13 point 3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13 point 4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Char char="•"/>
              <a:defRPr sz="2000">
                <a:solidFill>
                  <a:srgbClr val="1F2933"/>
                </a:solidFill>
              </a:defRPr>
            </a:pPr>
            <a:r>
              <a:rPr sz="2000" b="0" spc="0">
                <a:solidFill>
                  <a:srgbClr val="183550"/>
                </a:solidFill>
                <a:latin typeface="Aptos"/>
              </a:rPr>
              <a:t>Source evidence supports section 13 point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  <a:defRPr sz="2800" b="1">
                <a:solidFill>
                  <a:srgbClr val="17324D"/>
                </a:solidFill>
              </a:defRPr>
            </a:pPr>
            <a:r>
              <a:rPr sz="2800" b="1" spc="0">
                <a:solidFill>
                  <a:srgbClr val="183550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solidFill/>
              </a:rPr>
              <a:t>Close cleanly and invite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rPr>
                <a:solidFill/>
              </a:rPr>
              <a:t>• Thank you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rPr>
                <a:solidFill/>
              </a:rPr>
              <a:t>• Questions &amp; Discussion</a:t>
            </a:r>
          </a:p>
          <a:p>
            <a:pPr>
              <a:spcAft>
                <a:spcPts val="1300"/>
              </a:spcAft>
              <a:defRPr sz="2000">
                <a:solidFill>
                  <a:srgbClr val="1F2933"/>
                </a:solidFill>
              </a:defRPr>
            </a:pPr>
            <a:r>
              <a:rPr>
                <a:solidFill/>
              </a:rPr>
              <a:t>• Contact: email@example.com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371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>
                <a:solidFill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