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000" b="1" spc="0">
                <a:solidFill>
                  <a:srgbClr val="183550"/>
                </a:solidFill>
                <a:latin typeface="Apto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3474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83550"/>
                </a:solidFill>
                <a:latin typeface="Aptos"/>
              </a:rPr>
              <a:t>Grounded source context explains the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4630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/>
              </a:rPr>
              <a:t>BRAND LEGAL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