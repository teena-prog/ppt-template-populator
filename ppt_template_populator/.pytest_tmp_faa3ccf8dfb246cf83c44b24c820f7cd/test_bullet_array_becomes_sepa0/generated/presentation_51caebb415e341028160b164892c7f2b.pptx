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Structured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183550"/>
                </a:solidFill>
                <a:latin typeface="Aptos"/>
              </a:rPr>
              <a:t>First grounded point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183550"/>
                </a:solidFill>
                <a:latin typeface="Aptos"/>
              </a:rPr>
              <a:t>Second grounded point</a:t>
            </a:r>
          </a:p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183550"/>
                </a:solidFill>
                <a:latin typeface="Aptos"/>
              </a:rPr>
              <a:t>Third grounded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