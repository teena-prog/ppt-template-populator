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Section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Static supporting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1498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42850"/>
                </a:solidFill>
              </a:rPr>
              <a:t>Editable body content for this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