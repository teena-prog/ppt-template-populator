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000" b="1" spc="0">
                <a:solidFill>
                  <a:srgbClr val="183550"/>
                </a:solidFill>
                <a:latin typeface="Aptos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/>
              </a:rPr>
              <a:t>Static supporting 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822960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1800" b="0" spc="0">
                <a:solidFill>
                  <a:srgbClr val="142850"/>
                </a:solidFill>
                <a:latin typeface="Aptos"/>
              </a:rPr>
              <a:t>Grounded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